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2287" y="1524000"/>
            <a:ext cx="484346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472731"/>
            <a:ext cx="5919787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76250" y="956518"/>
            <a:ext cx="62157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法改正勉強会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 開催のお知らせ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2575768"/>
            <a:ext cx="5919787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32F2F"/>
                </a:solidFill>
                <a:latin typeface="Noto Sans JP"/>
                <a:ea typeface="Noto Sans JP"/>
                <a:cs typeface="Noto Sans JP"/>
                <a:sym typeface="Noto Sans JP"/>
              </a:rPr>
              <a:t>下請法が「取適法」へ変わります！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6250" y="3181498"/>
            <a:ext cx="59197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令和8年1月の施行に向けて、発注担当者が知っておくべき実務への影響を1時間で解説します。コンプライアンス遵守のため、関係者は必ずご参加ください。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3425" y="4729906"/>
            <a:ext cx="54054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05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日時：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[開催日時を入力]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場所：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[開催場所/会議室名]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対象：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 購買・調達・発注担当者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" y="479658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425" y="5101381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425" y="540618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940D91A-760C-55D0-CB27-09302D7D6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942" y="1277952"/>
            <a:ext cx="4223479" cy="422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787872"/>
            <a:ext cx="3555950" cy="347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787872"/>
            <a:ext cx="3555950" cy="347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1787872"/>
            <a:ext cx="3555950" cy="34784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6250" y="476250"/>
            <a:ext cx="1171575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本勉強会で解説する3つの重要ポイント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76250" y="1238250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76250" y="5647283"/>
            <a:ext cx="1123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詳細は勉強会にて！皆様の参加をお待ちしています。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99018" y="2997547"/>
            <a:ext cx="211026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1. 適用対象の拡大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4375" y="3664297"/>
            <a:ext cx="3079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資本金だけでなく、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「従業員数」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による基準が新設されました。これまで対象外だった取引も規制対象になる可能性があります。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040719" y="2997547"/>
            <a:ext cx="211026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2. 支払方法の規制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56075" y="3664297"/>
            <a:ext cx="3079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手形払い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や、現金化が困難な支払手段が原則禁止されます。支払サイトの見直しが急務です。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012435" y="2997547"/>
            <a:ext cx="185023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3. 協議の義務化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97775" y="3664297"/>
            <a:ext cx="3079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価格決定において、一方的な通告は違法となります。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協議のプロセス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とその記録が必須になります。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4113" y="225459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151" y="225459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7514" y="225459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476250" y="476250"/>
            <a:ext cx="11715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JP"/>
                <a:ea typeface="Noto Sans JP"/>
                <a:cs typeface="Noto Sans JP"/>
                <a:sym typeface="Noto Sans JP"/>
              </a:rPr>
              <a:t>Image Sources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37050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571625" y="3698527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https://images.stockcake.com/public/d/d/6/dd6916d7-0087-44b6-9359-b40543912718_large/business-conference-presentation-stockcake.jpg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571625" y="3944242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Noto Sans JP"/>
                <a:ea typeface="Noto Sans JP"/>
                <a:cs typeface="Noto Sans JP"/>
                <a:sym typeface="Noto Sans JP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JP"/>
                <a:ea typeface="Noto Sans JP"/>
                <a:cs typeface="Noto Sans JP"/>
                <a:sym typeface="Noto Sans JP"/>
              </a:rPr>
              <a:t>stockcake.com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94E3B895A50144DB2C947646FD7D2FE" ma:contentTypeVersion="16" ma:contentTypeDescription="新しいドキュメントを作成します。" ma:contentTypeScope="" ma:versionID="df3a2d9efee65e7d0505cad75f8cb7fd">
  <xsd:schema xmlns:xsd="http://www.w3.org/2001/XMLSchema" xmlns:xs="http://www.w3.org/2001/XMLSchema" xmlns:p="http://schemas.microsoft.com/office/2006/metadata/properties" xmlns:ns2="ff4e317d-5cdf-45f2-b17d-8f62f41c8b0e" xmlns:ns3="d0b4f91b-a2f6-4a03-b779-87efd4be94c5" targetNamespace="http://schemas.microsoft.com/office/2006/metadata/properties" ma:root="true" ma:fieldsID="fc21cb9584843addfd12d6196daef2b8" ns2:_="" ns3:_="">
    <xsd:import namespace="ff4e317d-5cdf-45f2-b17d-8f62f41c8b0e"/>
    <xsd:import namespace="d0b4f91b-a2f6-4a03-b779-87efd4be94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e317d-5cdf-45f2-b17d-8f62f41c8b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4fc079cf-368d-4738-8e08-a0b0e68d1a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4f91b-a2f6-4a03-b779-87efd4be94c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54149c2-1f39-40c1-9a8a-eb3820dfa202}" ma:internalName="TaxCatchAll" ma:showField="CatchAllData" ma:web="d0b4f91b-a2f6-4a03-b779-87efd4be94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4e317d-5cdf-45f2-b17d-8f62f41c8b0e">
      <Terms xmlns="http://schemas.microsoft.com/office/infopath/2007/PartnerControls"/>
    </lcf76f155ced4ddcb4097134ff3c332f>
    <TaxCatchAll xmlns="d0b4f91b-a2f6-4a03-b779-87efd4be94c5" xsi:nil="true"/>
  </documentManagement>
</p:properties>
</file>

<file path=customXml/itemProps1.xml><?xml version="1.0" encoding="utf-8"?>
<ds:datastoreItem xmlns:ds="http://schemas.openxmlformats.org/officeDocument/2006/customXml" ds:itemID="{356F597C-74BD-4217-A7A0-3ED8E6B2A6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A99C7E-83F4-4D00-A879-5499580341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4e317d-5cdf-45f2-b17d-8f62f41c8b0e"/>
    <ds:schemaRef ds:uri="d0b4f91b-a2f6-4a03-b779-87efd4be94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AEBFBE-C4DE-4B8A-87D8-3F6D24C9C114}">
  <ds:schemaRefs>
    <ds:schemaRef ds:uri="http://schemas.microsoft.com/office/2006/metadata/properties"/>
    <ds:schemaRef ds:uri="http://schemas.microsoft.com/office/infopath/2007/PartnerControls"/>
    <ds:schemaRef ds:uri="ff4e317d-5cdf-45f2-b17d-8f62f41c8b0e"/>
    <ds:schemaRef ds:uri="d0b4f91b-a2f6-4a03-b779-87efd4be94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</Words>
  <Application>Microsoft Office PowerPoint</Application>
  <PresentationFormat>Widescreen</PresentationFormat>
  <Paragraphs>15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勝原 康彦</cp:lastModifiedBy>
  <cp:revision>3</cp:revision>
  <dcterms:modified xsi:type="dcterms:W3CDTF">2025-12-08T04:25:44Z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0x010100A94E3B895A50144DB2C947646FD7D2FE</vt:lpwstr>
  </property>
  <property fmtid="{D5CDD505-2E9C-101B-9397-08002B2CF9AE}" pid="3" name="MediaServiceImageTags">
    <vt:lpwstr/>
  </property>
</Properties>
</file>